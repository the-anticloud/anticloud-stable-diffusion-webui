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06 Nist Csfw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2026-10-02T09:28:01.555912Z | Framework ID: 06_NIST_CSFW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CSF 2.0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IDENTIFY, PROTECT, DETECT, RESPOND, RECOVER, GOVERN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Tier 4 (Adaptive)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17,558 spans/sec satisfies DETECT.CM; CRDT convergence satisfies RECOVER.RP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be508e72c872ae257034365cabf7a2c65677345c035021c815911e6f7bf80668</a:t>
            </a:r>
          </a:p>
          <a:p>
            <a:r>
              <a:rPr sz="1000">
                <a:solidFill>
                  <a:srgbClr val="222222"/>
                </a:solidFill>
              </a:rPr>
              <a:t>  SHA3-256 (chain) | 45a0fe2d5f6cadbeaa0a7c14f5efac345ec3e3aff8e5c2c0df510bb4e712e56a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2026-10-02T09:28:01.555912Z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